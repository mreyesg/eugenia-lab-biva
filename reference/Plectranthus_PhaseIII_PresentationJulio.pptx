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71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266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project, emphasize Phase III as application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up the core problem: not lack of data, but lack of structured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Shift paradigm from descriptive to strategic use of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work as part of a structured research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iterative and structured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novelty of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significance of growth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gap and motivation.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domains but stress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core conceptual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impact on experimental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Reframe bibliometrics epistemologically.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to Kamila’s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Deliver main message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Plectranthus amboinicus in Puerto Rico</a:t>
            </a:r>
          </a:p>
          <a:p>
            <a:r>
              <a:t>Phase III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of a Bibliometric Framework for Guiding Bioactivity-Driven Research</a:t>
            </a:r>
          </a:p>
          <a:p>
            <a:endParaRPr/>
          </a:p>
          <a:p>
            <a:r>
              <a:t>Manuel Reyes-Guzmán</a:t>
            </a:r>
          </a:p>
          <a:p>
            <a:r>
              <a:t>Kamila López Díaz</a:t>
            </a:r>
          </a:p>
          <a:p>
            <a:r>
              <a:t>UPR–Río Piedras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much literature</a:t>
            </a:r>
          </a:p>
          <a:p>
            <a:r>
              <a:t>Data is fragmented</a:t>
            </a:r>
          </a:p>
          <a:p>
            <a:r>
              <a:t>Experimental decisions lack direction</a:t>
            </a:r>
          </a:p>
          <a:p>
            <a:endParaRPr/>
          </a:p>
          <a:p>
            <a:r>
              <a:t>How do we turn literature into a decision tool?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Bibliometrics as a decision instrument</a:t>
            </a:r>
          </a:p>
          <a:p>
            <a:endParaRPr/>
          </a:p>
          <a:p>
            <a:r>
              <a:t>Literature → Strategy → Experiment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I: Exploration</a:t>
            </a:r>
          </a:p>
          <a:p>
            <a:r>
              <a:t>Phase II: Validation (UMET)</a:t>
            </a:r>
          </a:p>
          <a:p>
            <a:r>
              <a:t>Phase III: Application (this work)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Methodological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Scopus + Web of Science</a:t>
            </a:r>
          </a:p>
          <a:p>
            <a:r>
              <a:t>AI-assisted extraction</a:t>
            </a:r>
          </a:p>
          <a:p>
            <a:r>
              <a:t>Bibliometrix + VOSviewer</a:t>
            </a:r>
          </a:p>
          <a:p>
            <a:r>
              <a:t>Semantic filtering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It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just counting papers</a:t>
            </a:r>
          </a:p>
          <a:p>
            <a:r>
              <a:t>Not just mapping networks</a:t>
            </a:r>
          </a:p>
          <a:p>
            <a:endParaRPr/>
          </a:p>
          <a:p>
            <a:r>
              <a:t>Aligns literature with experimental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Accelerated growth</a:t>
            </a:r>
          </a:p>
          <a:p>
            <a:r>
              <a:t>Inflection point ~2016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Geography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~70% Indo-Malayan + Brazil</a:t>
            </a:r>
          </a:p>
          <a:p>
            <a:r>
              <a:t>Strong concentration</a:t>
            </a:r>
          </a:p>
          <a:p>
            <a:endParaRPr/>
          </a:p>
          <a:p>
            <a:r>
              <a:t>Where is the Caribbean?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Thematic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Phytochemistry</a:t>
            </a:r>
          </a:p>
          <a:p>
            <a:r>
              <a:t>2. Antimicrobial / Anti-inflammatory</a:t>
            </a:r>
          </a:p>
          <a:p>
            <a:r>
              <a:t>3. Biomedical uses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Weak connection:</a:t>
            </a:r>
          </a:p>
          <a:p>
            <a:r>
              <a:t>Composition → Bioactivity → 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Initial: Antipruritic focus</a:t>
            </a:r>
          </a:p>
          <a:p>
            <a:r>
              <a:t>Now: Multiple emergent pathways</a:t>
            </a:r>
          </a:p>
          <a:p>
            <a:endParaRPr/>
          </a:p>
          <a:p>
            <a:r>
              <a:t>Method reshapes research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descriptive</a:t>
            </a:r>
          </a:p>
          <a:p>
            <a:r>
              <a:t>Strategic decision tool</a:t>
            </a:r>
          </a:p>
          <a:p>
            <a:endParaRPr/>
          </a:p>
          <a:p>
            <a:r>
              <a:t>Reduces trial-and-error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Puerto Rico samples</a:t>
            </a:r>
          </a:p>
          <a:p>
            <a:r>
              <a:t>Phytochemical characterization</a:t>
            </a:r>
          </a:p>
          <a:p>
            <a:r>
              <a:t>Bioactivity assays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Bibliometrics guides research</a:t>
            </a:r>
          </a:p>
          <a:p>
            <a:endParaRPr/>
          </a:p>
          <a:p>
            <a:r>
              <a:t>Information → Decision → Experiment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303</Words>
  <Application>Microsoft Office PowerPoint</Application>
  <PresentationFormat>On-screen Show (4:3)</PresentationFormat>
  <Paragraphs>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Plectranthus amboinicus in Puerto Rico Phase III</vt:lpstr>
      <vt:lpstr>Central Problem</vt:lpstr>
      <vt:lpstr>Proposal</vt:lpstr>
      <vt:lpstr>Research Program</vt:lpstr>
      <vt:lpstr>Methodological Framework</vt:lpstr>
      <vt:lpstr>What Makes It Different</vt:lpstr>
      <vt:lpstr>Results: Growth</vt:lpstr>
      <vt:lpstr>Results: Geography</vt:lpstr>
      <vt:lpstr>Thematic Domains</vt:lpstr>
      <vt:lpstr>Key Insight</vt:lpstr>
      <vt:lpstr>Project Redirection</vt:lpstr>
      <vt:lpstr>Role of Method</vt:lpstr>
      <vt:lpstr>Experimental Integration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MANUEL REYES GUZMAN</cp:lastModifiedBy>
  <cp:revision>1</cp:revision>
  <dcterms:created xsi:type="dcterms:W3CDTF">2013-01-27T09:14:16Z</dcterms:created>
  <dcterms:modified xsi:type="dcterms:W3CDTF">2026-07-08T14:03:07Z</dcterms:modified>
  <cp:category/>
</cp:coreProperties>
</file>